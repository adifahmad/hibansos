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71" r:id="rId3"/>
    <p:sldId id="273" r:id="rId4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20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1" Type="http://schemas.openxmlformats.org/officeDocument/2006/relationships/tags" Target="../tags/tag30.xm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image" Target="../media/image4.png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1" Type="http://schemas.openxmlformats.org/officeDocument/2006/relationships/tags" Target="../tags/tag70.xml"/><Relationship Id="rId10" Type="http://schemas.openxmlformats.org/officeDocument/2006/relationships/tags" Target="../tags/tag69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 rot="10800000">
            <a:off x="-1" y="85725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 userDrawn="1">
            <p:custDataLst>
              <p:tags r:id="rId3"/>
            </p:custDataLst>
          </p:nvPr>
        </p:nvSpPr>
        <p:spPr>
          <a:xfrm rot="10800000">
            <a:off x="0" y="85725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cs typeface="Arial" panose="020B0604020202020204" pitchFamily="34" charset="0"/>
            </a:endParaRPr>
          </a:p>
        </p:txBody>
      </p:sp>
      <p:pic>
        <p:nvPicPr>
          <p:cNvPr id="10" name="图片 9" descr="矢量智能对象5-0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rcRect l="6578"/>
          <a:stretch>
            <a:fillRect/>
          </a:stretch>
        </p:blipFill>
        <p:spPr>
          <a:xfrm flipH="1">
            <a:off x="4612005" y="1878330"/>
            <a:ext cx="4322921" cy="3770948"/>
          </a:xfrm>
          <a:prstGeom prst="rect">
            <a:avLst/>
          </a:prstGeom>
        </p:spPr>
      </p:pic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6"/>
            </p:custDataLst>
          </p:nvPr>
        </p:nvSpPr>
        <p:spPr>
          <a:xfrm>
            <a:off x="754856" y="3547984"/>
            <a:ext cx="1205865" cy="31623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0" scaled="0"/>
          </a:gradFill>
        </p:spPr>
        <p:txBody>
          <a:bodyPr wrap="square" lIns="0" tIns="0" rIns="0" bIns="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05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754856" y="2047207"/>
            <a:ext cx="4638199" cy="12900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975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l">
              <a:lnSpc>
                <a:spcPct val="100000"/>
              </a:lnSpc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521493" y="5593050"/>
            <a:ext cx="1962506" cy="2376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658200" y="5593050"/>
            <a:ext cx="1964306" cy="2376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8" name="矩形: 圆角 3"/>
          <p:cNvSpPr/>
          <p:nvPr userDrawn="1">
            <p:custDataLst>
              <p:tags r:id="rId11"/>
            </p:custDataLst>
          </p:nvPr>
        </p:nvSpPr>
        <p:spPr>
          <a:xfrm>
            <a:off x="270034" y="1107281"/>
            <a:ext cx="8604885" cy="4666298"/>
          </a:xfrm>
          <a:prstGeom prst="roundRect">
            <a:avLst>
              <a:gd name="adj" fmla="val 3754"/>
            </a:avLst>
          </a:prstGeom>
          <a:noFill/>
          <a:ln w="28575">
            <a:gradFill flip="none" rotWithShape="1">
              <a:gsLst>
                <a:gs pos="0">
                  <a:schemeClr val="accent2"/>
                </a:gs>
                <a:gs pos="71000">
                  <a:schemeClr val="accent2">
                    <a:alpha val="0"/>
                  </a:schemeClr>
                </a:gs>
              </a:gsLst>
              <a:lin ang="2700000" scaled="0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cs typeface="Arial" panose="020B0604020202020204" pitchFamily="34" charset="0"/>
              </a:rPr>
              <a:t> </a:t>
            </a:r>
            <a:endParaRPr lang="en-US" sz="1350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521100" y="1127249"/>
            <a:ext cx="8100000" cy="54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1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3"/>
            </p:custDataLst>
          </p:nvPr>
        </p:nvSpPr>
        <p:spPr>
          <a:xfrm>
            <a:off x="521100" y="1776413"/>
            <a:ext cx="8097038" cy="376809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900"/>
              </a:spcBef>
              <a:spcAft>
                <a:spcPts val="0"/>
              </a:spcAft>
              <a:buClr>
                <a:schemeClr val="accent5"/>
              </a:buClr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521100" y="5593050"/>
            <a:ext cx="1962900" cy="2376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658200" y="5593050"/>
            <a:ext cx="1964700" cy="2376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 rot="10800000" flipH="1">
            <a:off x="0" y="85725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cs typeface="Arial" panose="020B0604020202020204" pitchFamily="34" charset="0"/>
            </a:endParaRPr>
          </a:p>
        </p:txBody>
      </p:sp>
      <p:sp>
        <p:nvSpPr>
          <p:cNvPr id="10" name="矩形 9"/>
          <p:cNvSpPr/>
          <p:nvPr userDrawn="1">
            <p:custDataLst>
              <p:tags r:id="rId3"/>
            </p:custDataLst>
          </p:nvPr>
        </p:nvSpPr>
        <p:spPr>
          <a:xfrm rot="10800000" flipH="1">
            <a:off x="0" y="85725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cs typeface="Arial" panose="020B0604020202020204" pitchFamily="34" charset="0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521494" y="1128713"/>
            <a:ext cx="8101013" cy="545306"/>
          </a:xfrm>
          <a:prstGeom prst="rect">
            <a:avLst/>
          </a:prstGeom>
          <a:noFill/>
        </p:spPr>
        <p:txBody>
          <a:bodyPr wrap="square" lIns="91440" tIns="0" rIns="91440" bIns="0" rtlCol="0" anchor="b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459000" y="5593050"/>
            <a:ext cx="2025000" cy="2376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658200" y="5593050"/>
            <a:ext cx="2025000" cy="2376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547" y="2085975"/>
            <a:ext cx="3021806" cy="30289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 rot="10800000">
            <a:off x="-1" y="85725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cs typeface="Arial" panose="020B0604020202020204" pitchFamily="34" charset="0"/>
            </a:endParaRPr>
          </a:p>
        </p:txBody>
      </p:sp>
      <p:sp>
        <p:nvSpPr>
          <p:cNvPr id="11" name="矩形 10"/>
          <p:cNvSpPr/>
          <p:nvPr userDrawn="1">
            <p:custDataLst>
              <p:tags r:id="rId3"/>
            </p:custDataLst>
          </p:nvPr>
        </p:nvSpPr>
        <p:spPr>
          <a:xfrm rot="10800000">
            <a:off x="0" y="857249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cs typeface="Arial" panose="020B0604020202020204" pitchFamily="34" charset="0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685800" y="2115503"/>
            <a:ext cx="4533900" cy="1391603"/>
          </a:xfrm>
          <a:prstGeom prst="rect">
            <a:avLst/>
          </a:prstGeom>
          <a:noFill/>
        </p:spPr>
        <p:txBody>
          <a:bodyPr wrap="none" lIns="91440" tIns="0" rIns="91440" bIns="0" rtlCol="0" anchor="b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20000"/>
              </a:lnSpc>
              <a:buClrTx/>
              <a:buSzTx/>
              <a:buFontTx/>
              <a:buNone/>
              <a:defRPr kumimoji="0" lang="en-US" sz="7200" b="0" i="0" u="none" strike="noStrike" kern="1200" cap="none" spc="0" normalizeH="0" baseline="0" noProof="1">
                <a:gradFill>
                  <a:gsLst>
                    <a:gs pos="79000">
                      <a:schemeClr val="accent1"/>
                    </a:gs>
                    <a:gs pos="0">
                      <a:schemeClr val="tx2">
                        <a:lumMod val="75000"/>
                      </a:schemeClr>
                    </a:gs>
                  </a:gsLst>
                  <a:lin ang="5400000" scaled="0"/>
                </a:gradFill>
                <a:latin typeface="+mn-lt"/>
                <a:sym typeface="+mn-ea"/>
              </a:defRPr>
            </a:lvl1pPr>
          </a:lstStyle>
          <a:p>
            <a:pPr lvl="0" algn="l" fontAlgn="ctr">
              <a:lnSpc>
                <a:spcPct val="120000"/>
              </a:lnSpc>
              <a:buClrTx/>
              <a:buSzTx/>
              <a:buFont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副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671513" y="3507105"/>
            <a:ext cx="4533900" cy="1155859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>
            <a:lvl1pPr marL="0" marR="0" lvl="0" algn="l" defTabSz="914400" rtl="0" eaLnBrk="1" fontAlgn="ctr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 fontAlgn="ctr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459000" y="5593050"/>
            <a:ext cx="2025000" cy="2376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658200" y="5593050"/>
            <a:ext cx="2025000" cy="2376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909" y="2222897"/>
            <a:ext cx="3507581" cy="3250406"/>
          </a:xfrm>
          <a:prstGeom prst="rect">
            <a:avLst/>
          </a:prstGeom>
        </p:spPr>
      </p:pic>
      <p:sp>
        <p:nvSpPr>
          <p:cNvPr id="2" name="矩形: 圆角 3"/>
          <p:cNvSpPr/>
          <p:nvPr userDrawn="1">
            <p:custDataLst>
              <p:tags r:id="rId11"/>
            </p:custDataLst>
          </p:nvPr>
        </p:nvSpPr>
        <p:spPr>
          <a:xfrm>
            <a:off x="270034" y="1107281"/>
            <a:ext cx="8604885" cy="4666298"/>
          </a:xfrm>
          <a:prstGeom prst="roundRect">
            <a:avLst>
              <a:gd name="adj" fmla="val 3754"/>
            </a:avLst>
          </a:prstGeom>
          <a:noFill/>
          <a:ln w="28575">
            <a:gradFill flip="none" rotWithShape="1">
              <a:gsLst>
                <a:gs pos="0">
                  <a:schemeClr val="accent2"/>
                </a:gs>
                <a:gs pos="71000">
                  <a:schemeClr val="accent2">
                    <a:alpha val="0"/>
                  </a:schemeClr>
                </a:gs>
              </a:gsLst>
              <a:lin ang="2700000" scaled="0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cs typeface="Arial" panose="020B0604020202020204" pitchFamily="34" charset="0"/>
              </a:rPr>
              <a:t> </a:t>
            </a:r>
            <a:endParaRPr lang="en-US" sz="1350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"/>
          <p:cNvSpPr txBox="1">
            <a:spLocks noGrp="1"/>
          </p:cNvSpPr>
          <p:nvPr>
            <p:ph type="title" idx="3" hasCustomPrompt="1"/>
            <p:custDataLst>
              <p:tags r:id="rId2"/>
            </p:custDataLst>
          </p:nvPr>
        </p:nvSpPr>
        <p:spPr>
          <a:xfrm>
            <a:off x="521100" y="1127249"/>
            <a:ext cx="8100000" cy="54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1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 hasCustomPrompt="1"/>
            <p:custDataLst>
              <p:tags r:id="rId3"/>
            </p:custDataLst>
          </p:nvPr>
        </p:nvSpPr>
        <p:spPr>
          <a:xfrm>
            <a:off x="4800604" y="1794800"/>
            <a:ext cx="3820496" cy="37496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1" hasCustomPrompt="1"/>
            <p:custDataLst>
              <p:tags r:id="rId4"/>
            </p:custDataLst>
          </p:nvPr>
        </p:nvSpPr>
        <p:spPr>
          <a:xfrm>
            <a:off x="518405" y="1794800"/>
            <a:ext cx="3820496" cy="37496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521493" y="5593050"/>
            <a:ext cx="1962506" cy="2376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658200" y="5593050"/>
            <a:ext cx="1964306" cy="2376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"/>
          <p:cNvSpPr txBox="1">
            <a:spLocks noGrp="1"/>
          </p:cNvSpPr>
          <p:nvPr>
            <p:ph type="title" idx="5" hasCustomPrompt="1"/>
            <p:custDataLst>
              <p:tags r:id="rId2"/>
            </p:custDataLst>
          </p:nvPr>
        </p:nvSpPr>
        <p:spPr>
          <a:xfrm>
            <a:off x="521100" y="1127249"/>
            <a:ext cx="8100000" cy="54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1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3" name="正文"/>
          <p:cNvSpPr txBox="1">
            <a:spLocks noGrp="1"/>
          </p:cNvSpPr>
          <p:nvPr>
            <p:ph idx="4" hasCustomPrompt="1"/>
            <p:custDataLst>
              <p:tags r:id="rId3"/>
            </p:custDataLst>
          </p:nvPr>
        </p:nvSpPr>
        <p:spPr>
          <a:xfrm>
            <a:off x="4676400" y="2247750"/>
            <a:ext cx="3946106" cy="32967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2" name="标题"/>
          <p:cNvSpPr txBox="1">
            <a:spLocks noGrp="1"/>
          </p:cNvSpPr>
          <p:nvPr>
            <p:ph type="title" idx="3" hasCustomPrompt="1"/>
            <p:custDataLst>
              <p:tags r:id="rId4"/>
            </p:custDataLst>
          </p:nvPr>
        </p:nvSpPr>
        <p:spPr>
          <a:xfrm>
            <a:off x="4676400" y="1776911"/>
            <a:ext cx="3946106" cy="347164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5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2" hasCustomPrompt="1"/>
            <p:custDataLst>
              <p:tags r:id="rId5"/>
            </p:custDataLst>
          </p:nvPr>
        </p:nvSpPr>
        <p:spPr>
          <a:xfrm>
            <a:off x="521100" y="2247750"/>
            <a:ext cx="3942000" cy="32967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514350" marR="0" lvl="1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2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2pPr>
            <a:lvl3pPr marL="857250" marR="0" lvl="2" indent="-17145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20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3pPr>
            <a:lvl4pPr marL="1200150" marR="0" lvl="3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05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4pPr>
            <a:lvl5pPr marL="1543050" marR="0" lvl="4" indent="-17145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050" b="0" i="0" u="none" strike="noStrike" cap="none" spc="150" normalizeH="0" baseline="0">
                <a:solidFill>
                  <a:schemeClr val="tx1"/>
                </a:solidFill>
                <a:uFillTx/>
                <a:latin typeface="+mn-lt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521100" y="1776413"/>
            <a:ext cx="3942000" cy="347164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500" b="1" i="0" u="none" strike="noStrike" kern="1200" cap="none" spc="0" normalizeH="0" baseline="0" noProof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538638" y="5593050"/>
            <a:ext cx="1945361" cy="2376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658200" y="5593050"/>
            <a:ext cx="1964306" cy="2376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"/>
          <p:cNvSpPr txBox="1">
            <a:spLocks noGrp="1"/>
          </p:cNvSpPr>
          <p:nvPr>
            <p:ph type="title" idx="2" hasCustomPrompt="1"/>
            <p:custDataLst>
              <p:tags r:id="rId2"/>
            </p:custDataLst>
          </p:nvPr>
        </p:nvSpPr>
        <p:spPr>
          <a:xfrm>
            <a:off x="521100" y="1127249"/>
            <a:ext cx="8100000" cy="54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1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21493" y="5593050"/>
            <a:ext cx="1962506" cy="2376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658200" y="5593050"/>
            <a:ext cx="1964306" cy="2376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/>
          <p:cNvSpPr txBox="1"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521493" y="1132046"/>
            <a:ext cx="8101013" cy="441769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en-US" sz="135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/>
                </a:solidFill>
                <a:uFillTx/>
                <a:latin typeface="+mn-lt"/>
                <a:sym typeface="+mn-ea"/>
              </a:defRPr>
            </a:lvl5pPr>
            <a:lvl6pPr indent="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</a:lvl6pPr>
            <a:lvl7pPr marL="22288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7pPr>
            <a:lvl8pPr marL="25717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8pPr>
            <a:lvl9pPr marL="2914650" indent="-1714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521493" y="5593050"/>
            <a:ext cx="1962506" cy="2376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658200" y="5593050"/>
            <a:ext cx="1964306" cy="2376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接连接符 8"/>
          <p:cNvCxnSpPr/>
          <p:nvPr>
            <p:custDataLst>
              <p:tags r:id="rId2"/>
            </p:custDataLst>
          </p:nvPr>
        </p:nvCxnSpPr>
        <p:spPr>
          <a:xfrm>
            <a:off x="538639" y="1576864"/>
            <a:ext cx="520541" cy="0"/>
          </a:xfrm>
          <a:prstGeom prst="line">
            <a:avLst/>
          </a:prstGeom>
          <a:ln w="25400" cap="sq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3"/>
            </p:custDataLst>
          </p:nvPr>
        </p:nvSpPr>
        <p:spPr>
          <a:xfrm>
            <a:off x="521494" y="1776413"/>
            <a:ext cx="8099607" cy="34480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lIns="107950" rtlCol="0" anchor="b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350" b="0" i="0" u="none" strike="noStrike" kern="1200" cap="none" spc="30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l"/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4"/>
            </p:custDataLst>
          </p:nvPr>
        </p:nvSpPr>
        <p:spPr>
          <a:xfrm>
            <a:off x="521100" y="1127249"/>
            <a:ext cx="8100000" cy="5400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>
            <a:lvl1pPr marL="0" marR="0" lvl="0" algn="l" defTabSz="914400" rtl="0" eaLnBrk="1" fontAlgn="base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100" b="0" i="0" u="none" strike="noStrike" kern="1200" cap="none" spc="0" normalizeH="0" baseline="0" noProof="1">
                <a:solidFill>
                  <a:schemeClr val="tx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521100" y="5593050"/>
            <a:ext cx="1962900" cy="2376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658200" y="5593050"/>
            <a:ext cx="1964306" cy="2376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 rot="10800000">
            <a:off x="-1" y="85725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cs typeface="Arial" panose="020B0604020202020204" pitchFamily="34" charset="0"/>
            </a:endParaRPr>
          </a:p>
        </p:txBody>
      </p:sp>
      <p:sp>
        <p:nvSpPr>
          <p:cNvPr id="12" name="矩形 11"/>
          <p:cNvSpPr/>
          <p:nvPr userDrawn="1">
            <p:custDataLst>
              <p:tags r:id="rId3"/>
            </p:custDataLst>
          </p:nvPr>
        </p:nvSpPr>
        <p:spPr>
          <a:xfrm rot="10800000">
            <a:off x="0" y="85725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cs typeface="Arial" panose="020B0604020202020204" pitchFamily="34" charset="0"/>
            </a:endParaRPr>
          </a:p>
        </p:txBody>
      </p:sp>
      <p:pic>
        <p:nvPicPr>
          <p:cNvPr id="10" name="图片 9" descr="996_画板 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 flipH="1">
            <a:off x="4307681" y="1551146"/>
            <a:ext cx="5195411" cy="4175760"/>
          </a:xfrm>
          <a:prstGeom prst="rect">
            <a:avLst/>
          </a:prstGeom>
        </p:spPr>
      </p:pic>
      <p:sp>
        <p:nvSpPr>
          <p:cNvPr id="8" name="署名"/>
          <p:cNvSpPr txBox="1">
            <a:spLocks noGrp="1"/>
          </p:cNvSpPr>
          <p:nvPr>
            <p:ph type="body" idx="2" hasCustomPrompt="1"/>
            <p:custDataLst>
              <p:tags r:id="rId6"/>
            </p:custDataLst>
          </p:nvPr>
        </p:nvSpPr>
        <p:spPr>
          <a:xfrm>
            <a:off x="754856" y="3570446"/>
            <a:ext cx="1205865" cy="31623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4"/>
              </a:gs>
            </a:gsLst>
            <a:lin ang="0" scaled="0"/>
          </a:gradFill>
        </p:spPr>
        <p:txBody>
          <a:bodyPr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050" b="0" i="0" u="none" strike="noStrike" kern="1200" cap="none" spc="0" normalizeH="0" baseline="0" noProof="1" dirty="0"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754856" y="2047206"/>
            <a:ext cx="4638199" cy="129606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lstStyle>
            <a:lvl1pPr marL="0" marR="0" algn="l" defTabSz="914400" rtl="0" eaLnBrk="1" fontAlgn="auto" latinLnBrk="0" hangingPunct="1">
              <a:lnSpc>
                <a:spcPct val="90000"/>
              </a:lnSpc>
              <a:buClrTx/>
              <a:buSzTx/>
              <a:buFontTx/>
              <a:buNone/>
              <a:defRPr kumimoji="0" lang="en-US" sz="4350" b="0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</a:defRPr>
            </a:lvl1pPr>
          </a:lstStyle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459000" y="5593050"/>
            <a:ext cx="2025000" cy="2376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658200" y="5593050"/>
            <a:ext cx="2025000" cy="2376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3" name="矩形: 圆角 3"/>
          <p:cNvSpPr/>
          <p:nvPr userDrawn="1">
            <p:custDataLst>
              <p:tags r:id="rId11"/>
            </p:custDataLst>
          </p:nvPr>
        </p:nvSpPr>
        <p:spPr>
          <a:xfrm>
            <a:off x="270034" y="1107281"/>
            <a:ext cx="8604885" cy="4666298"/>
          </a:xfrm>
          <a:prstGeom prst="roundRect">
            <a:avLst>
              <a:gd name="adj" fmla="val 3754"/>
            </a:avLst>
          </a:prstGeom>
          <a:noFill/>
          <a:ln w="28575">
            <a:gradFill flip="none" rotWithShape="1">
              <a:gsLst>
                <a:gs pos="0">
                  <a:schemeClr val="accent2"/>
                </a:gs>
                <a:gs pos="71000">
                  <a:schemeClr val="accent2">
                    <a:alpha val="0"/>
                  </a:schemeClr>
                </a:gs>
              </a:gsLst>
              <a:lin ang="2700000" scaled="0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cs typeface="Arial" panose="020B0604020202020204" pitchFamily="34" charset="0"/>
              </a:rPr>
              <a:t> </a:t>
            </a:r>
            <a:endParaRPr lang="en-US" sz="1350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22000" y="1153054"/>
            <a:ext cx="8100000" cy="594000"/>
          </a:xfrm>
        </p:spPr>
        <p:txBody>
          <a:bodyPr lIns="0" tIns="0" rIns="0" bIns="0"/>
          <a:lstStyle>
            <a:lvl1pPr algn="ctr" fontAlgn="base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tags" Target="../tags/tag83.xml"/><Relationship Id="rId20" Type="http://schemas.openxmlformats.org/officeDocument/2006/relationships/tags" Target="../tags/tag82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>
            <p:custDataLst>
              <p:tags r:id="rId13"/>
            </p:custDataLst>
          </p:nvPr>
        </p:nvSpPr>
        <p:spPr>
          <a:xfrm rot="10800000">
            <a:off x="-1" y="85725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/>
              </a:gs>
              <a:gs pos="58000">
                <a:schemeClr val="bg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 userDrawn="1">
            <p:custDataLst>
              <p:tags r:id="rId14"/>
            </p:custDataLst>
          </p:nvPr>
        </p:nvSpPr>
        <p:spPr>
          <a:xfrm rot="10800000">
            <a:off x="0" y="857250"/>
            <a:ext cx="9144000" cy="51435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75000"/>
                  <a:alpha val="50000"/>
                </a:schemeClr>
              </a:gs>
              <a:gs pos="100000">
                <a:schemeClr val="bg2">
                  <a:alpha val="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521099" y="5593050"/>
            <a:ext cx="1962901" cy="237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6658200" y="5593050"/>
            <a:ext cx="1962899" cy="237600"/>
          </a:xfrm>
        </p:spPr>
        <p:txBody>
          <a:bodyPr/>
          <a:lstStyle>
            <a:lvl1pPr algn="r"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521099" y="1777437"/>
            <a:ext cx="8099999" cy="371253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>
              <a:spcBef>
                <a:spcPts val="1200"/>
              </a:spcBef>
              <a:spcAft>
                <a:spcPts val="0"/>
              </a:spcAft>
              <a:buClr>
                <a:schemeClr val="accent5"/>
              </a:buClr>
              <a:buSzTx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521100" y="1127250"/>
            <a:ext cx="8100000" cy="540000"/>
          </a:xfrm>
          <a:prstGeom prst="rect">
            <a:avLst/>
          </a:prstGeom>
          <a:noFill/>
        </p:spPr>
        <p:txBody>
          <a:bodyPr vert="horz" wrap="square" lIns="91440" tIns="0" rIns="91440" bIns="0" rtlCol="0" anchor="b">
            <a:normAutofit/>
          </a:bodyPr>
          <a:lstStyle/>
          <a:p>
            <a:pPr marL="0" marR="0" lvl="0">
              <a:buClrTx/>
              <a:buSzTx/>
              <a:buFontTx/>
            </a:pPr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350"/>
          </a:p>
        </p:txBody>
      </p:sp>
    </p:spTree>
    <p:custDataLst>
      <p:tags r:id="rId21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kumimoji="0" lang="en-US" sz="2400" b="0" i="0" u="none" strike="noStrike" kern="1200" cap="none" spc="0" normalizeH="0" baseline="0" smtClean="0">
          <a:solidFill>
            <a:schemeClr val="tx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kumimoji="0" lang="en-US" sz="1350" b="0" i="0" u="none" strike="noStrike" kern="1200" cap="none" spc="150" normalizeH="0" baseline="0" dirty="0">
          <a:ln>
            <a:noFill/>
            <a:prstDash val="sysDot"/>
          </a:ln>
          <a:solidFill>
            <a:schemeClr val="tx1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5143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207135" algn="l"/>
          <a:tab pos="1207135" algn="l"/>
        </a:tabLst>
        <a:defRPr kumimoji="0" lang="en-US" sz="12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2pPr>
      <a:lvl3pPr marL="8572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kumimoji="0" lang="en-US" sz="120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3pPr>
      <a:lvl4pPr marL="12001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kumimoji="0" lang="en-US" sz="105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4pPr>
      <a:lvl5pPr marL="1543050" indent="-171450" algn="l" defTabSz="6858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kumimoji="0" lang="en-US" sz="1050" b="0" i="0" u="none" strike="noStrike" kern="1200" cap="none" spc="150" normalizeH="0" baseline="0" noProof="1" dirty="0">
          <a:solidFill>
            <a:schemeClr val="tx1"/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image" Target="../media/image5.jpeg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tags" Target="../tags/tag8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id-ID" altLang="en-US"/>
              <a:t>by Rizal Anggara</a:t>
            </a:r>
            <a:endParaRPr lang="id-ID" altLang="en-US"/>
          </a:p>
        </p:txBody>
      </p:sp>
      <p:sp>
        <p:nvSpPr>
          <p:cNvPr id="8" name="标题 7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Day 4 - Database PostgreSQL + Python</a:t>
            </a:r>
            <a:endParaRPr lang="en-US" dirty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 rot="2700000">
            <a:off x="8074343" y="5320189"/>
            <a:ext cx="369570" cy="3695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 rot="2700000">
            <a:off x="5471395" y="1541786"/>
            <a:ext cx="895224" cy="895224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21494" y="1356379"/>
            <a:ext cx="4050506" cy="1063152"/>
          </a:xfrm>
        </p:spPr>
        <p:txBody>
          <a:bodyPr vert="horz" wrap="square" lIns="0" tIns="0" rIns="0" bIns="0" rtlCol="0" anchor="b" anchorCtr="0">
            <a:normAutofit/>
          </a:bodyPr>
          <a:lstStyle/>
          <a:p>
            <a:pPr algn="l"/>
            <a:r>
              <a:rPr lang="en-US" spc="0" dirty="0">
                <a:latin typeface="+mj-lt"/>
              </a:rPr>
              <a:t>Apa Itu Database?</a:t>
            </a:r>
            <a:endParaRPr lang="en-US" spc="0" dirty="0">
              <a:latin typeface="+mj-lt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27034" r="29762" b="208"/>
          <a:stretch>
            <a:fillRect/>
          </a:stretch>
        </p:blipFill>
        <p:spPr>
          <a:xfrm>
            <a:off x="5193389" y="864021"/>
            <a:ext cx="3950611" cy="5132788"/>
          </a:xfrm>
          <a:custGeom>
            <a:avLst/>
            <a:gdLst>
              <a:gd name="connsiteX0" fmla="*/ 2404584 w 5267481"/>
              <a:gd name="connsiteY0" fmla="*/ 4158172 h 6843717"/>
              <a:gd name="connsiteX1" fmla="*/ 3951434 w 5267481"/>
              <a:gd name="connsiteY1" fmla="*/ 5705021 h 6843717"/>
              <a:gd name="connsiteX2" fmla="*/ 2812737 w 5267481"/>
              <a:gd name="connsiteY2" fmla="*/ 6843717 h 6843717"/>
              <a:gd name="connsiteX3" fmla="*/ 1996432 w 5267481"/>
              <a:gd name="connsiteY3" fmla="*/ 6843717 h 6843717"/>
              <a:gd name="connsiteX4" fmla="*/ 857735 w 5267481"/>
              <a:gd name="connsiteY4" fmla="*/ 5705021 h 6843717"/>
              <a:gd name="connsiteX5" fmla="*/ 1114899 w 5267481"/>
              <a:gd name="connsiteY5" fmla="*/ 2948647 h 6843717"/>
              <a:gd name="connsiteX6" fmla="*/ 2229798 w 5267481"/>
              <a:gd name="connsiteY6" fmla="*/ 4063546 h 6843717"/>
              <a:gd name="connsiteX7" fmla="*/ 1114899 w 5267481"/>
              <a:gd name="connsiteY7" fmla="*/ 5178445 h 6843717"/>
              <a:gd name="connsiteX8" fmla="*/ 0 w 5267481"/>
              <a:gd name="connsiteY8" fmla="*/ 4063546 h 6843717"/>
              <a:gd name="connsiteX9" fmla="*/ 3778600 w 5267481"/>
              <a:gd name="connsiteY9" fmla="*/ 0 h 6843717"/>
              <a:gd name="connsiteX10" fmla="*/ 4460202 w 5267481"/>
              <a:gd name="connsiteY10" fmla="*/ 0 h 6843717"/>
              <a:gd name="connsiteX11" fmla="*/ 5267481 w 5267481"/>
              <a:gd name="connsiteY11" fmla="*/ 807279 h 6843717"/>
              <a:gd name="connsiteX12" fmla="*/ 5267481 w 5267481"/>
              <a:gd name="connsiteY12" fmla="*/ 4384207 h 6843717"/>
              <a:gd name="connsiteX13" fmla="*/ 4119401 w 5267481"/>
              <a:gd name="connsiteY13" fmla="*/ 5532287 h 6843717"/>
              <a:gd name="connsiteX14" fmla="*/ 1182857 w 5267481"/>
              <a:gd name="connsiteY14" fmla="*/ 2595743 h 6843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267481" h="6843717">
                <a:moveTo>
                  <a:pt x="2404584" y="4158172"/>
                </a:moveTo>
                <a:lnTo>
                  <a:pt x="3951434" y="5705021"/>
                </a:lnTo>
                <a:lnTo>
                  <a:pt x="2812737" y="6843717"/>
                </a:lnTo>
                <a:lnTo>
                  <a:pt x="1996432" y="6843717"/>
                </a:lnTo>
                <a:lnTo>
                  <a:pt x="857735" y="5705021"/>
                </a:lnTo>
                <a:close/>
                <a:moveTo>
                  <a:pt x="1114899" y="2948647"/>
                </a:moveTo>
                <a:lnTo>
                  <a:pt x="2229798" y="4063546"/>
                </a:lnTo>
                <a:lnTo>
                  <a:pt x="1114899" y="5178445"/>
                </a:lnTo>
                <a:lnTo>
                  <a:pt x="0" y="4063546"/>
                </a:lnTo>
                <a:close/>
                <a:moveTo>
                  <a:pt x="3778600" y="0"/>
                </a:moveTo>
                <a:lnTo>
                  <a:pt x="4460202" y="0"/>
                </a:lnTo>
                <a:lnTo>
                  <a:pt x="5267481" y="807279"/>
                </a:lnTo>
                <a:lnTo>
                  <a:pt x="5267481" y="4384207"/>
                </a:lnTo>
                <a:lnTo>
                  <a:pt x="4119401" y="5532287"/>
                </a:lnTo>
                <a:lnTo>
                  <a:pt x="1182857" y="2595743"/>
                </a:lnTo>
                <a:close/>
              </a:path>
            </a:pathLst>
          </a:custGeom>
          <a:ln w="9525" cap="flat" cmpd="sng" algn="ctr">
            <a:solidFill>
              <a:schemeClr val="dk1">
                <a:lumMod val="40000"/>
                <a:lumOff val="60000"/>
                <a:alpha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cxnSp>
        <p:nvCxnSpPr>
          <p:cNvPr id="5" name="直接连接符 4"/>
          <p:cNvCxnSpPr/>
          <p:nvPr>
            <p:custDataLst>
              <p:tags r:id="rId6"/>
            </p:custDataLst>
          </p:nvPr>
        </p:nvCxnSpPr>
        <p:spPr>
          <a:xfrm flipH="1">
            <a:off x="527725" y="3493595"/>
            <a:ext cx="3915000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6" name="矩形 5"/>
          <p:cNvSpPr/>
          <p:nvPr>
            <p:custDataLst>
              <p:tags r:id="rId7"/>
            </p:custDataLst>
          </p:nvPr>
        </p:nvSpPr>
        <p:spPr>
          <a:xfrm>
            <a:off x="527725" y="2691113"/>
            <a:ext cx="3942000" cy="61143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b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Database = Tempat menyimpan data</a:t>
            </a:r>
            <a:endParaRPr 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13" name="矩形 12"/>
          <p:cNvSpPr/>
          <p:nvPr>
            <p:custDataLst>
              <p:tags r:id="rId8"/>
            </p:custDataLst>
          </p:nvPr>
        </p:nvSpPr>
        <p:spPr>
          <a:xfrm>
            <a:off x="527725" y="3576462"/>
            <a:ext cx="3942000" cy="61143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 anchor="ctr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Tanpa database → data hilang saat server mati</a:t>
            </a:r>
            <a:endParaRPr 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9"/>
            </p:custDataLst>
          </p:nvPr>
        </p:nvCxnSpPr>
        <p:spPr>
          <a:xfrm flipH="1">
            <a:off x="527725" y="4331795"/>
            <a:ext cx="3915000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>
                    <a:alpha val="4000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rgbClr val="376FFF"/>
          </a:lnRef>
          <a:fillRef idx="0">
            <a:srgbClr val="376FFF"/>
          </a:fillRef>
          <a:effectRef idx="0">
            <a:srgbClr val="376FFF"/>
          </a:effectRef>
          <a:fontRef idx="minor">
            <a:srgbClr val="000000"/>
          </a:fontRef>
        </p:style>
      </p:cxnSp>
      <p:sp>
        <p:nvSpPr>
          <p:cNvPr id="15" name="矩形 14"/>
          <p:cNvSpPr/>
          <p:nvPr>
            <p:custDataLst>
              <p:tags r:id="rId10"/>
            </p:custDataLst>
          </p:nvPr>
        </p:nvSpPr>
        <p:spPr>
          <a:xfrm>
            <a:off x="527725" y="4462287"/>
            <a:ext cx="3942000" cy="61143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Contoh: User, Produk, Tugas</a:t>
            </a:r>
            <a:endParaRPr lang="en-US" sz="12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Kenalan PostgreSQL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PostgreSQL adalah database open-source</a:t>
            </a:r>
          </a:p>
          <a:p>
            <a:r>
              <a:t>Banyak digunakan di industri</a:t>
            </a:r>
          </a:p>
          <a:p/>
          <a:p>
            <a:r>
              <a:t>Install PostgreSQL + pgAdmin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Konsep Tabel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Database → Tabel → Kolom → Baris</a:t>
            </a:r>
          </a:p>
          <a:p/>
          <a:p>
            <a:r>
              <a:t>Contoh tabel todo:</a:t>
            </a:r>
          </a:p>
          <a:p>
            <a:r>
              <a:t>id (integer)</a:t>
            </a:r>
          </a:p>
          <a:p>
            <a:r>
              <a:t>tugas (text)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Dasar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TABLE todo (</a:t>
            </a:r>
          </a:p>
          <a:p>
            <a:r>
              <a:t>  id SERIAL PRIMARY KEY,</a:t>
            </a:r>
          </a:p>
          <a:p>
            <a:r>
              <a:t>  tugas TEXT</a:t>
            </a:r>
          </a:p>
          <a:p>
            <a:r>
              <a:t>);</a:t>
            </a:r>
          </a:p>
          <a:p/>
          <a:p>
            <a:r>
              <a:t>INSERT INTO todo (tugas) VALUES ('Belajar Python');</a:t>
            </a:r>
          </a:p>
          <a:p>
            <a:r>
              <a:t>SELECT * FROM todo;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 Library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Install psycopg2:</a:t>
            </a:r>
          </a:p>
          <a:p>
            <a:r>
              <a:t>pip install psycopg2-binary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Koneksi Python ke PostgreSQL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psycopg2</a:t>
            </a:r>
          </a:p>
          <a:p/>
          <a:p>
            <a:r>
              <a:t>conn = psycopg2.connect(</a:t>
            </a:r>
          </a:p>
          <a:p>
            <a:r>
              <a:t>  host='localhost',</a:t>
            </a:r>
          </a:p>
          <a:p>
            <a:r>
              <a:t>  database='nama_database',</a:t>
            </a:r>
          </a:p>
          <a:p>
            <a:r>
              <a:t>  user='postgres',</a:t>
            </a:r>
          </a:p>
          <a:p>
            <a:r>
              <a:t>  password='password'</a:t>
            </a:r>
          </a:p>
          <a:p>
            <a:r>
              <a:t>)</a:t>
            </a:r>
          </a:p>
          <a:p/>
          <a:p>
            <a:r>
              <a:t>cur = conn.cursor()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 Data dari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query = "INSERT INTO todo (tugas) VALUES (%s)"</a:t>
            </a:r>
          </a:p>
          <a:p>
            <a:r>
              <a:t>cur.execute(query, ('Belajar Backend',))</a:t>
            </a:r>
          </a:p>
          <a:p>
            <a:r>
              <a:t>conn.commit()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Ambil Data (SELECT)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cur.execute('SELECT * FROM todo')</a:t>
            </a:r>
          </a:p>
          <a:p>
            <a:r>
              <a:t>rows = cur.fetchall()</a:t>
            </a:r>
          </a:p>
          <a:p/>
          <a:p>
            <a:r>
              <a:t>for row in rows:</a:t>
            </a:r>
          </a:p>
          <a:p>
            <a:r>
              <a:t>    print(row)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Integrasi dengan Flask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@app.route('/todo', methods=['GET'])</a:t>
            </a:r>
          </a:p>
          <a:p>
            <a:r>
              <a:t>def get_todo():</a:t>
            </a:r>
          </a:p>
          <a:p>
            <a:r>
              <a:t>    cur.execute('SELECT * FROM todo')</a:t>
            </a:r>
          </a:p>
          <a:p>
            <a:r>
              <a:t>    rows = cur.fetchall()</a:t>
            </a:r>
          </a:p>
          <a:p>
            <a:r>
              <a:t>    return {'data': rows}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Latihan 1 (Easy)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Buat database: db_kampus</a:t>
            </a:r>
          </a:p>
          <a:p/>
          <a:p>
            <a:r>
              <a:t>Buat tabel mahasiswa:</a:t>
            </a:r>
          </a:p>
          <a:p>
            <a:r>
              <a:t>id, nama, jurusan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Latihan 2 (Medium)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Buat endpoint POST /mahasiswa</a:t>
            </a:r>
          </a:p>
          <a:p>
            <a:r>
              <a:t>Insert data ke tabel mahasiswa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Penutup Day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Hari ini kita belajar:</a:t>
            </a:r>
          </a:p>
          <a:p>
            <a:r>
              <a:t>• Database PostgreSQL</a:t>
            </a:r>
          </a:p>
          <a:p>
            <a:r>
              <a:t>• SQL dasar</a:t>
            </a:r>
          </a:p>
          <a:p>
            <a:r>
              <a:t>• Integrasi Python + Database</a:t>
            </a:r>
          </a:p>
          <a:p/>
          <a:p>
            <a:r>
              <a:t>Next: Deployment atau Fullstack 🔥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PRESET_TEXT" val="01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67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67"/>
</p:tagLst>
</file>

<file path=ppt/tags/tag82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67"/>
</p:tagLst>
</file>

<file path=ppt/tags/tag8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5"/>
  <p:tag name="KSO_WM_TEMPLATE_MASTER_TYPE" val="0"/>
  <p:tag name="KSO_WM_TEMPLATE_COLOR_TYPE" val="1"/>
  <p:tag name="KSO_WM_UNIT_SHOW_EDIT_AREA_INDICATION" val="1"/>
</p:tagLst>
</file>

<file path=ppt/tags/tag84.xml><?xml version="1.0" encoding="utf-8"?>
<p:tagLst xmlns:p="http://schemas.openxmlformats.org/presentationml/2006/main"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custom20233467_1*f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Name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custom20233467_1*a*1"/>
  <p:tag name="KSO_WM_TEMPLATE_CATEGORY" val="custom"/>
  <p:tag name="KSO_WM_TEMPLATE_INDEX" val="20233467"/>
  <p:tag name="KSO_WM_UNIT_LAYERLEVEL" val="1"/>
  <p:tag name="KSO_WM_TAG_VERSION" val="3.0"/>
  <p:tag name="KSO_WM_BEAUTIFY_FLAG" val="#wm#"/>
  <p:tag name="KSO_WM_UNIT_PRESET_TEXT" val="Your title here"/>
</p:tagLst>
</file>

<file path=ppt/tags/tag86.xml><?xml version="1.0" encoding="utf-8"?>
<p:tagLst xmlns:p="http://schemas.openxmlformats.org/presentationml/2006/main">
  <p:tag name="KSO_WM_SLIDE_CONTENT_AREA" val="{&quot;left&quot;:&quot;45.5&quot;,&quot;top&quot;:&quot;113.15&quot;,&quot;width&quot;:&quot;527.9&quot;,&quot;height&quot;:&quot;299.25&quot;}"/>
  <p:tag name="KSO_WM_SPECIAL_SOURCE" val="bdnull"/>
  <p:tag name="KSO_WM_TEMPLATE_THUMBS_INDEX" val="1、9"/>
  <p:tag name="KSO_WM_SLIDE_ID" val="custom2023346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67"/>
  <p:tag name="KSO_WM_SLIDE_LAYOUT" val="a_f"/>
  <p:tag name="KSO_WM_SLIDE_LAYOUT_CNT" val="1_1"/>
</p:tagLst>
</file>

<file path=ppt/tags/tag8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260_1*i*1"/>
  <p:tag name="KSO_WM_TEMPLATE_CATEGORY" val="custom"/>
  <p:tag name="KSO_WM_TEMPLATE_INDEX" val="20238260"/>
  <p:tag name="KSO_WM_UNIT_LAYERLEVEL" val="1"/>
  <p:tag name="KSO_WM_TAG_VERSION" val="3.0"/>
  <p:tag name="KSO_WM_BEAUTIFY_FLAG" val="#wm#"/>
  <p:tag name="KSO_WM_UNIT_USESOURCEFORMAT_APPLY" val="1"/>
</p:tagLst>
</file>

<file path=ppt/tags/tag8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8260_1*i*2"/>
  <p:tag name="KSO_WM_TEMPLATE_CATEGORY" val="custom"/>
  <p:tag name="KSO_WM_TEMPLATE_INDEX" val="20238260"/>
  <p:tag name="KSO_WM_UNIT_LAYERLEVEL" val="1"/>
  <p:tag name="KSO_WM_TAG_VERSION" val="3.0"/>
  <p:tag name="KSO_WM_BEAUTIFY_FLAG" val="#wm#"/>
  <p:tag name="KSO_WM_UNIT_USESOURCEFORMAT_APPLY" val="1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260"/>
  <p:tag name="KSO_WM_UNIT_ID" val="custom20238260_1*a*1"/>
  <p:tag name="KSO_WM_UNIT_VALUE" val="26"/>
  <p:tag name="KSO_WM_UNIT_TEXT_FILL_FORE_SCHEMECOLOR_INDEX" val="13"/>
  <p:tag name="KSO_WM_UNIT_TEXT_FILL_TYPE" val="1"/>
  <p:tag name="KSO_WM_UNIT_USESOURCEFORMAT_APPLY" val="1"/>
  <p:tag name="KSO_WM_UNIT_PRESET_TEXT" val="Your title here"/>
</p:tagLst>
</file>

<file path=ppt/tags/tag90.xml><?xml version="1.0" encoding="utf-8"?>
<p:tagLst xmlns:p="http://schemas.openxmlformats.org/presentationml/2006/main">
  <p:tag name="KSO_WM_UNIT_VALUE" val="1900*146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d"/>
  <p:tag name="KSO_WM_UNIT_INDEX" val="1"/>
  <p:tag name="KSO_WM_UNIT_ID" val="custom20238260_1*d*1"/>
  <p:tag name="KSO_WM_TEMPLATE_CATEGORY" val="custom"/>
  <p:tag name="KSO_WM_TEMPLATE_INDEX" val="20238260"/>
  <p:tag name="KSO_WM_UNIT_LAYERLEVEL" val="1"/>
  <p:tag name="KSO_WM_TAG_VERSION" val="3.0"/>
  <p:tag name="KSO_WM_BEAUTIFY_FLAG" val="#wm#"/>
  <p:tag name="KSO_WM_UNIT_LINE_FORE_SCHEMECOLOR_INDEX" val="1"/>
  <p:tag name="KSO_WM_UNIT_LINE_FILL_TYPE" val="2"/>
  <p:tag name="KSO_WM_UNIT_USESOURCEFORMAT_APPLY" val="1"/>
</p:tagLst>
</file>

<file path=ppt/tags/tag91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250.14999389648438,&quot;width&quot;:413.8582763671875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,&quot;transparency&quot;:1},{&quot;brightness&quot;:0,&quot;colorType&quot;:1,&quot;foreColorIndex&quot;:5,&quot;pos&quot;:1,&quot;transparency&quot;:0.6000000238418579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7948_2*l_h_i*1_2_1"/>
  <p:tag name="KSO_WM_TEMPLATE_CATEGORY" val="diagram"/>
  <p:tag name="KSO_WM_TEMPLATE_INDEX" val="20237948"/>
  <p:tag name="KSO_WM_UNIT_LAYERLEVEL" val="1_1_1"/>
  <p:tag name="KSO_WM_TAG_VERSION" val="3.0"/>
  <p:tag name="KSO_WM_BEAUTIFY_FLAG" val="#wm#"/>
  <p:tag name="KSO_WM_UNIT_LINE_FORE_SCHEMECOLOR_INDEX" val="5"/>
  <p:tag name="KSO_WM_UNIT_USESOURCEFORMAT_APPLY" val="1"/>
</p:tagLst>
</file>

<file path=ppt/tags/tag92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250.14999389648438,&quot;width&quot;:413.85827636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87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7948_2*l_h_f*1_1_1"/>
  <p:tag name="KSO_WM_TEMPLATE_CATEGORY" val="diagram"/>
  <p:tag name="KSO_WM_TEMPLATE_INDEX" val="20237948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93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250.14999389648438,&quot;width&quot;:413.85827636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5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7948_2*l_h_f*1_2_1"/>
  <p:tag name="KSO_WM_TEMPLATE_CATEGORY" val="diagram"/>
  <p:tag name="KSO_WM_TEMPLATE_INDEX" val="20237948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94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250.14999389648438,&quot;width&quot;:413.8582763671875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,&quot;transparency&quot;:1},{&quot;brightness&quot;:0,&quot;colorType&quot;:1,&quot;foreColorIndex&quot;:5,&quot;pos&quot;:1,&quot;transparency&quot;:0.6000000238418579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7948_2*l_h_i*1_3_1"/>
  <p:tag name="KSO_WM_TEMPLATE_CATEGORY" val="diagram"/>
  <p:tag name="KSO_WM_TEMPLATE_INDEX" val="20237948"/>
  <p:tag name="KSO_WM_UNIT_LAYERLEVEL" val="1_1_1"/>
  <p:tag name="KSO_WM_TAG_VERSION" val="3.0"/>
  <p:tag name="KSO_WM_BEAUTIFY_FLAG" val="#wm#"/>
  <p:tag name="KSO_WM_UNIT_LINE_FORE_SCHEMECOLOR_INDEX" val="5"/>
  <p:tag name="KSO_WM_UNIT_USESOURCEFORMAT_APPLY" val="1"/>
</p:tagLst>
</file>

<file path=ppt/tags/tag95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250.14999389648438,&quot;width&quot;:413.858276367187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5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7948_2*l_h_f*1_3_1"/>
  <p:tag name="KSO_WM_TEMPLATE_CATEGORY" val="diagram"/>
  <p:tag name="KSO_WM_TEMPLATE_INDEX" val="20237948"/>
  <p:tag name="KSO_WM_UNIT_LAYERLEVEL" val="1_1_1"/>
  <p:tag name="KSO_WM_TAG_VERSION" val="3.0"/>
  <p:tag name="KSO_WM_BEAUTIFY_FLAG" val="#wm#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96.xml><?xml version="1.0" encoding="utf-8"?>
<p:tagLst xmlns:p="http://schemas.openxmlformats.org/presentationml/2006/main">
  <p:tag name="KSO_WM_TEMPLATE_MASTER_TYPE" val="0"/>
  <p:tag name="KSO_WM_TEMPLATE_COLOR_TYPE" val="0"/>
  <p:tag name="KSO_WM_BEAUTIFY_FLAG" val="#wm#"/>
  <p:tag name="KSO_WM_TEMPLATE_CATEGORY" val="custom"/>
  <p:tag name="KSO_WM_SLIDE_TYPE" val="text"/>
  <p:tag name="KSO_WM_SLIDE_SUBTYPE" val="picTxt"/>
  <p:tag name="KSO_WM_SLIDE_SIZE" val="413.858*250.134"/>
  <p:tag name="KSO_WM_SLIDE_POSITION" val="55.375*192.539"/>
  <p:tag name="KSO_WM_SLIDE_LAYOUT" val="a_d_l"/>
  <p:tag name="KSO_WM_SLIDE_LAYOUT_CNT" val="1_1_1"/>
  <p:tag name="KSO_WM_SPECIAL_SOURCE" val="bdnull"/>
  <p:tag name="KSO_WM_DIAGRAM_GROUP_CODE" val="l1-1"/>
  <p:tag name="KSO_WM_SLIDE_DIAGTYPE" val="l"/>
  <p:tag name="KSO_WM_TEMPLATE_INDEX" val="20238260"/>
  <p:tag name="KSO_WM_TEMPLATE_SUBCATEGORY" val="0"/>
  <p:tag name="KSO_WM_SLIDE_INDEX" val="1"/>
  <p:tag name="KSO_WM_TAG_VERSION" val="3.0"/>
  <p:tag name="KSO_WM_SLIDE_ID" val="custom20238260_1"/>
  <p:tag name="KSO_WM_SLIDE_ITEM_CNT" val="3"/>
</p:tagLst>
</file>

<file path=ppt/theme/theme1.xml><?xml version="1.0" encoding="utf-8"?>
<a:theme xmlns:a="http://schemas.openxmlformats.org/drawingml/2006/main" name="1_Office Theme">
  <a:themeElements>
    <a:clrScheme name="自定义 17">
      <a:dk1>
        <a:srgbClr val="000000"/>
      </a:dk1>
      <a:lt1>
        <a:srgbClr val="FFFFFF"/>
      </a:lt1>
      <a:dk2>
        <a:srgbClr val="291667"/>
      </a:dk2>
      <a:lt2>
        <a:srgbClr val="F1EAFB"/>
      </a:lt2>
      <a:accent1>
        <a:srgbClr val="BC98F0"/>
      </a:accent1>
      <a:accent2>
        <a:srgbClr val="CA8BEF"/>
      </a:accent2>
      <a:accent3>
        <a:srgbClr val="D77EEE"/>
      </a:accent3>
      <a:accent4>
        <a:srgbClr val="E285CF"/>
      </a:accent4>
      <a:accent5>
        <a:srgbClr val="EAA194"/>
      </a:accent5>
      <a:accent6>
        <a:srgbClr val="F2BD58"/>
      </a:accent6>
      <a:hlink>
        <a:srgbClr val="158BF9"/>
      </a:hlink>
      <a:folHlink>
        <a:srgbClr val="DE1A37"/>
      </a:folHlink>
    </a:clrScheme>
    <a:fontScheme name="字体-立体">
      <a:majorFont>
        <a:latin typeface="Nunito Sans ExtraBold"/>
        <a:ea typeface="Nunito Sans ExtraBold"/>
        <a:cs typeface=""/>
      </a:majorFont>
      <a:minorFont>
        <a:latin typeface="Nunito Sans"/>
        <a:ea typeface="Nunito San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1415</Words>
  <Application>WPS Presentation</Application>
  <PresentationFormat>On-screen Show (4:3)</PresentationFormat>
  <Paragraphs>98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MiSans Normal</vt:lpstr>
      <vt:lpstr>Wingdings</vt:lpstr>
      <vt:lpstr>Nunito Sans</vt:lpstr>
      <vt:lpstr>Segoe Print</vt:lpstr>
      <vt:lpstr>Nunito Sans ExtraBold</vt:lpstr>
      <vt:lpstr>1_Office Theme</vt:lpstr>
      <vt:lpstr>Day 4 - Database PostgreSQL + Python</vt:lpstr>
      <vt:lpstr>Apa Itu Database?</vt:lpstr>
      <vt:lpstr>Kenalan PostgreSQL</vt:lpstr>
      <vt:lpstr>Konsep Tabel</vt:lpstr>
      <vt:lpstr>SQL Dasar</vt:lpstr>
      <vt:lpstr>Install Library Python</vt:lpstr>
      <vt:lpstr>Koneksi Python ke PostgreSQL</vt:lpstr>
      <vt:lpstr>Insert Data dari Python</vt:lpstr>
      <vt:lpstr>Ambil Data (SELECT)</vt:lpstr>
      <vt:lpstr>Integrasi dengan Flask</vt:lpstr>
      <vt:lpstr>Latihan 1 (Easy)</vt:lpstr>
      <vt:lpstr>Latihan 2 (Medium)</vt:lpstr>
      <vt:lpstr>Penutup Day 4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Adif Khoilland Ahmad</cp:lastModifiedBy>
  <cp:revision>2</cp:revision>
  <dcterms:created xsi:type="dcterms:W3CDTF">2013-01-27T09:14:00Z</dcterms:created>
  <dcterms:modified xsi:type="dcterms:W3CDTF">2026-02-22T04:24:00Z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5113AEBC2BD64F14ACF51A66EE8C171B_12</vt:lpwstr>
  </property>
  <property fmtid="{D5CDD505-2E9C-101B-9397-08002B2CF9AE}" pid="3" name="KSOProductBuildVer">
    <vt:lpwstr>1057-12.2.0.23196</vt:lpwstr>
  </property>
</Properties>
</file>